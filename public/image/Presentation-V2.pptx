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Monda" charset="1" panose="02000503000000000000"/>
      <p:regular r:id="rId28"/>
    </p:embeddedFont>
    <p:embeddedFont>
      <p:font typeface="Monda Bold" charset="1" panose="02000803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3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4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6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7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209936" y="5174151"/>
            <a:ext cx="9868128" cy="1225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7"/>
              </a:lnSpc>
            </a:pPr>
            <a:r>
              <a:rPr lang="en-US" sz="7148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Version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0057" y="2801702"/>
            <a:ext cx="15727885" cy="251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87"/>
              </a:lnSpc>
            </a:pPr>
            <a:r>
              <a:rPr lang="en-US" b="true" sz="8419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ONESYS</a:t>
            </a:r>
          </a:p>
          <a:p>
            <a:pPr algn="ctr">
              <a:lnSpc>
                <a:spcPts val="5220"/>
              </a:lnSpc>
            </a:pPr>
            <a:r>
              <a:rPr lang="en-US" b="true" sz="8419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ONE BAYANI, ONE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983369" y="-3420266"/>
            <a:ext cx="22342589" cy="17594772"/>
            <a:chOff x="0" y="0"/>
            <a:chExt cx="29790118" cy="234596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22365333" y="0"/>
              <a:ext cx="7424785" cy="10366682"/>
            </a:xfrm>
            <a:custGeom>
              <a:avLst/>
              <a:gdLst/>
              <a:ahLst/>
              <a:cxnLst/>
              <a:rect r="r" b="b" t="t" l="l"/>
              <a:pathLst>
                <a:path h="10366682" w="7424785">
                  <a:moveTo>
                    <a:pt x="0" y="0"/>
                  </a:moveTo>
                  <a:lnTo>
                    <a:pt x="7424785" y="0"/>
                  </a:lnTo>
                  <a:lnTo>
                    <a:pt x="7424785" y="10366682"/>
                  </a:lnTo>
                  <a:lnTo>
                    <a:pt x="0" y="10366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true" flipV="false" rot="0">
              <a:off x="16818255" y="11841750"/>
              <a:ext cx="12393607" cy="7931909"/>
            </a:xfrm>
            <a:custGeom>
              <a:avLst/>
              <a:gdLst/>
              <a:ahLst/>
              <a:cxnLst/>
              <a:rect r="r" b="b" t="t" l="l"/>
              <a:pathLst>
                <a:path h="7931909" w="12393607">
                  <a:moveTo>
                    <a:pt x="12393607" y="0"/>
                  </a:moveTo>
                  <a:lnTo>
                    <a:pt x="0" y="0"/>
                  </a:lnTo>
                  <a:lnTo>
                    <a:pt x="0" y="7931909"/>
                  </a:lnTo>
                  <a:lnTo>
                    <a:pt x="12393607" y="7931909"/>
                  </a:lnTo>
                  <a:lnTo>
                    <a:pt x="12393607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true" rot="0">
              <a:off x="0" y="3867245"/>
              <a:ext cx="11798609" cy="7551109"/>
            </a:xfrm>
            <a:custGeom>
              <a:avLst/>
              <a:gdLst/>
              <a:ahLst/>
              <a:cxnLst/>
              <a:rect r="r" b="b" t="t" l="l"/>
              <a:pathLst>
                <a:path h="7551109" w="11798609">
                  <a:moveTo>
                    <a:pt x="0" y="7551110"/>
                  </a:moveTo>
                  <a:lnTo>
                    <a:pt x="11798609" y="7551110"/>
                  </a:lnTo>
                  <a:lnTo>
                    <a:pt x="11798609" y="0"/>
                  </a:lnTo>
                  <a:lnTo>
                    <a:pt x="0" y="0"/>
                  </a:lnTo>
                  <a:lnTo>
                    <a:pt x="0" y="755111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783044" y="13093014"/>
              <a:ext cx="7424785" cy="10366682"/>
            </a:xfrm>
            <a:custGeom>
              <a:avLst/>
              <a:gdLst/>
              <a:ahLst/>
              <a:cxnLst/>
              <a:rect r="r" b="b" t="t" l="l"/>
              <a:pathLst>
                <a:path h="10366682" w="7424785">
                  <a:moveTo>
                    <a:pt x="0" y="0"/>
                  </a:moveTo>
                  <a:lnTo>
                    <a:pt x="7424786" y="0"/>
                  </a:lnTo>
                  <a:lnTo>
                    <a:pt x="7424786" y="10366682"/>
                  </a:lnTo>
                  <a:lnTo>
                    <a:pt x="0" y="10366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10711909">
            <a:off x="1834060" y="4774308"/>
            <a:ext cx="4711010" cy="4657452"/>
            <a:chOff x="0" y="0"/>
            <a:chExt cx="812800" cy="803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03560"/>
            </a:xfrm>
            <a:custGeom>
              <a:avLst/>
              <a:gdLst/>
              <a:ahLst/>
              <a:cxnLst/>
              <a:rect r="r" b="b" t="t" l="l"/>
              <a:pathLst>
                <a:path h="803560" w="812800">
                  <a:moveTo>
                    <a:pt x="406400" y="0"/>
                  </a:moveTo>
                  <a:cubicBezTo>
                    <a:pt x="181951" y="0"/>
                    <a:pt x="0" y="179883"/>
                    <a:pt x="0" y="401780"/>
                  </a:cubicBezTo>
                  <a:cubicBezTo>
                    <a:pt x="0" y="623677"/>
                    <a:pt x="181951" y="803560"/>
                    <a:pt x="406400" y="803560"/>
                  </a:cubicBezTo>
                  <a:cubicBezTo>
                    <a:pt x="630849" y="803560"/>
                    <a:pt x="812800" y="623677"/>
                    <a:pt x="812800" y="401780"/>
                  </a:cubicBezTo>
                  <a:cubicBezTo>
                    <a:pt x="812800" y="179883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6759"/>
              <a:ext cx="660400" cy="681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9104" y="5045634"/>
            <a:ext cx="4160922" cy="4114800"/>
            <a:chOff x="0" y="0"/>
            <a:chExt cx="812800" cy="8037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03790"/>
            </a:xfrm>
            <a:custGeom>
              <a:avLst/>
              <a:gdLst/>
              <a:ahLst/>
              <a:cxnLst/>
              <a:rect r="r" b="b" t="t" l="l"/>
              <a:pathLst>
                <a:path h="803790" w="812800">
                  <a:moveTo>
                    <a:pt x="406400" y="0"/>
                  </a:moveTo>
                  <a:cubicBezTo>
                    <a:pt x="181951" y="0"/>
                    <a:pt x="0" y="179935"/>
                    <a:pt x="0" y="401895"/>
                  </a:cubicBezTo>
                  <a:cubicBezTo>
                    <a:pt x="0" y="623856"/>
                    <a:pt x="181951" y="803790"/>
                    <a:pt x="406400" y="803790"/>
                  </a:cubicBezTo>
                  <a:cubicBezTo>
                    <a:pt x="630849" y="803790"/>
                    <a:pt x="812800" y="623856"/>
                    <a:pt x="812800" y="401895"/>
                  </a:cubicBezTo>
                  <a:cubicBezTo>
                    <a:pt x="812800" y="179935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560" r="0" b="-56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10711909">
            <a:off x="10773506" y="4692221"/>
            <a:ext cx="4739191" cy="47391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54240" y="5045634"/>
            <a:ext cx="4377724" cy="3939312"/>
            <a:chOff x="0" y="0"/>
            <a:chExt cx="903258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03258" cy="812800"/>
            </a:xfrm>
            <a:custGeom>
              <a:avLst/>
              <a:gdLst/>
              <a:ahLst/>
              <a:cxnLst/>
              <a:rect r="r" b="b" t="t" l="l"/>
              <a:pathLst>
                <a:path h="812800" w="903258">
                  <a:moveTo>
                    <a:pt x="451629" y="0"/>
                  </a:moveTo>
                  <a:cubicBezTo>
                    <a:pt x="202201" y="0"/>
                    <a:pt x="0" y="181951"/>
                    <a:pt x="0" y="406400"/>
                  </a:cubicBezTo>
                  <a:cubicBezTo>
                    <a:pt x="0" y="630849"/>
                    <a:pt x="202201" y="812800"/>
                    <a:pt x="451629" y="812800"/>
                  </a:cubicBezTo>
                  <a:cubicBezTo>
                    <a:pt x="701057" y="812800"/>
                    <a:pt x="903258" y="630849"/>
                    <a:pt x="903258" y="406400"/>
                  </a:cubicBezTo>
                  <a:cubicBezTo>
                    <a:pt x="903258" y="181951"/>
                    <a:pt x="701057" y="0"/>
                    <a:pt x="451629" y="0"/>
                  </a:cubicBezTo>
                  <a:close/>
                </a:path>
              </a:pathLst>
            </a:custGeom>
            <a:blipFill>
              <a:blip r:embed="rId8"/>
              <a:stretch>
                <a:fillRect l="-428" t="0" r="-428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-10800000">
            <a:off x="5642968" y="4100962"/>
            <a:ext cx="5921710" cy="592171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866732" y="4324726"/>
            <a:ext cx="5474182" cy="547418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1417" r="0" b="-1417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2775813" y="1694161"/>
            <a:ext cx="2827503" cy="2859665"/>
          </a:xfrm>
          <a:custGeom>
            <a:avLst/>
            <a:gdLst/>
            <a:ahLst/>
            <a:cxnLst/>
            <a:rect r="r" b="b" t="t" l="l"/>
            <a:pathLst>
              <a:path h="2859665" w="2827503">
                <a:moveTo>
                  <a:pt x="0" y="0"/>
                </a:moveTo>
                <a:lnTo>
                  <a:pt x="2827503" y="0"/>
                </a:lnTo>
                <a:lnTo>
                  <a:pt x="2827503" y="2859665"/>
                </a:lnTo>
                <a:lnTo>
                  <a:pt x="0" y="285966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94" t="0" r="-794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672245" y="264328"/>
            <a:ext cx="2947655" cy="2859665"/>
          </a:xfrm>
          <a:custGeom>
            <a:avLst/>
            <a:gdLst/>
            <a:ahLst/>
            <a:cxnLst/>
            <a:rect r="r" b="b" t="t" l="l"/>
            <a:pathLst>
              <a:path h="2859665" w="2947655">
                <a:moveTo>
                  <a:pt x="0" y="0"/>
                </a:moveTo>
                <a:lnTo>
                  <a:pt x="2947655" y="0"/>
                </a:lnTo>
                <a:lnTo>
                  <a:pt x="2947655" y="2859666"/>
                </a:lnTo>
                <a:lnTo>
                  <a:pt x="0" y="28596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-2618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603316" y="265462"/>
            <a:ext cx="2859665" cy="2859665"/>
          </a:xfrm>
          <a:custGeom>
            <a:avLst/>
            <a:gdLst/>
            <a:ahLst/>
            <a:cxnLst/>
            <a:rect r="r" b="b" t="t" l="l"/>
            <a:pathLst>
              <a:path h="2859665" w="2859665">
                <a:moveTo>
                  <a:pt x="0" y="0"/>
                </a:moveTo>
                <a:lnTo>
                  <a:pt x="2859665" y="0"/>
                </a:lnTo>
                <a:lnTo>
                  <a:pt x="2859665" y="2859665"/>
                </a:lnTo>
                <a:lnTo>
                  <a:pt x="0" y="28596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564678" y="1694161"/>
            <a:ext cx="2933831" cy="2859665"/>
          </a:xfrm>
          <a:custGeom>
            <a:avLst/>
            <a:gdLst/>
            <a:ahLst/>
            <a:cxnLst/>
            <a:rect r="r" b="b" t="t" l="l"/>
            <a:pathLst>
              <a:path h="2859665" w="2933831">
                <a:moveTo>
                  <a:pt x="0" y="0"/>
                </a:moveTo>
                <a:lnTo>
                  <a:pt x="2933831" y="0"/>
                </a:lnTo>
                <a:lnTo>
                  <a:pt x="2933831" y="2859665"/>
                </a:lnTo>
                <a:lnTo>
                  <a:pt x="0" y="28596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-1468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94610" y="2341298"/>
            <a:ext cx="11983315" cy="164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99"/>
              </a:lnSpc>
            </a:pPr>
            <a:r>
              <a:rPr lang="en-US" b="true" sz="9642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WHAT IS ONESYS?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38209" y="4787417"/>
            <a:ext cx="14818191" cy="2089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121" indent="-431560" lvl="1">
              <a:lnSpc>
                <a:spcPts val="5596"/>
              </a:lnSpc>
              <a:buFont typeface="Arial"/>
              <a:buChar char="•"/>
            </a:pPr>
            <a:r>
              <a:rPr lang="en-US" sz="3997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OneSys is a Barangay Management Information System designed to help make barangay operations faster, more organized, and more efficient.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35414" y="2168959"/>
            <a:ext cx="13470385" cy="252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1"/>
              </a:lnSpc>
            </a:pPr>
            <a:r>
              <a:rPr lang="en-US" b="true" sz="724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HOW DOES IT BENEFIT THE BARANGAY?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35414" y="5375322"/>
            <a:ext cx="13858994" cy="1315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7250" indent="-403625" lvl="1">
              <a:lnSpc>
                <a:spcPts val="5234"/>
              </a:lnSpc>
              <a:buFont typeface="Arial"/>
              <a:buChar char="•"/>
            </a:pPr>
            <a:r>
              <a:rPr lang="en-US" sz="3739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The system allows information to be easily recorded, accessed, and managed.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44209" y="1553095"/>
            <a:ext cx="15641403" cy="246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6"/>
              </a:lnSpc>
            </a:pPr>
            <a:r>
              <a:rPr lang="en-US" b="true" sz="710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HOW CAN IT HELP WITH THEIR BARANGAY PROCESSES?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44209" y="5057775"/>
            <a:ext cx="16546225" cy="2344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3774" indent="-481887" lvl="1">
              <a:lnSpc>
                <a:spcPts val="6249"/>
              </a:lnSpc>
              <a:buFont typeface="Arial"/>
              <a:buChar char="•"/>
            </a:pP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Faster search of residents’ records.</a:t>
            </a:r>
          </a:p>
          <a:p>
            <a:pPr algn="l" marL="963774" indent="-481887" lvl="1">
              <a:lnSpc>
                <a:spcPts val="6249"/>
              </a:lnSpc>
              <a:buFont typeface="Arial"/>
              <a:buChar char="•"/>
            </a:pP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Prevents lost or misplaced files since everything is recorded in the system.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44209" y="1553095"/>
            <a:ext cx="15641403" cy="246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6"/>
              </a:lnSpc>
            </a:pPr>
            <a:r>
              <a:rPr lang="en-US" b="true" sz="710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WHO ARE THE USERS OF THE SYSTEM?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99725" y="4757331"/>
            <a:ext cx="13530371" cy="3862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8109" indent="-394054" lvl="1">
              <a:lnSpc>
                <a:spcPts val="5110"/>
              </a:lnSpc>
              <a:buFont typeface="Arial"/>
              <a:buChar char="•"/>
            </a:pP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Barangay Secretary – to encode and manage residents’ records.</a:t>
            </a:r>
          </a:p>
          <a:p>
            <a:pPr algn="l" marL="788109" indent="-394054" lvl="1">
              <a:lnSpc>
                <a:spcPts val="5110"/>
              </a:lnSpc>
              <a:buFont typeface="Arial"/>
              <a:buChar char="•"/>
            </a:pP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Barangay Chai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man/Captain – to 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v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w a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 moni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or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rep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o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rt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.</a:t>
            </a:r>
          </a:p>
          <a:p>
            <a:pPr algn="l" marL="788109" indent="-394054" lvl="1">
              <a:lnSpc>
                <a:spcPts val="5110"/>
              </a:lnSpc>
              <a:buFont typeface="Arial"/>
              <a:buChar char="•"/>
            </a:pP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Barangay S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aff –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o 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ass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is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i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 proc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essin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g 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certi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ic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ate 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re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qu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est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s</a:t>
            </a:r>
            <a:r>
              <a:rPr lang="en-US" sz="3650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44209" y="1553095"/>
            <a:ext cx="15641403" cy="246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6"/>
              </a:lnSpc>
            </a:pPr>
            <a:r>
              <a:rPr lang="en-US" b="true" sz="710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WHAT CAN THEY DO WITH THE SYSTEM?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70592" y="4789312"/>
            <a:ext cx="14888708" cy="313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63774" indent="-481887" lvl="1">
              <a:lnSpc>
                <a:spcPts val="6249"/>
              </a:lnSpc>
              <a:buFont typeface="Arial"/>
              <a:buChar char="•"/>
            </a:pP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Encode and update residents’ information.</a:t>
            </a:r>
          </a:p>
          <a:p>
            <a:pPr algn="l" marL="963774" indent="-481887" lvl="1">
              <a:lnSpc>
                <a:spcPts val="6249"/>
              </a:lnSpc>
              <a:buFont typeface="Arial"/>
              <a:buChar char="•"/>
            </a:pP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re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at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a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prin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 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ba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angay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ce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rti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fi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cat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es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.</a:t>
            </a:r>
          </a:p>
          <a:p>
            <a:pPr algn="l" marL="963774" indent="-481887" lvl="1">
              <a:lnSpc>
                <a:spcPts val="6249"/>
              </a:lnSpc>
              <a:buFont typeface="Arial"/>
              <a:buChar char="•"/>
            </a:pP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Ge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erat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 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po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rts 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fo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fast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er 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n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be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t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r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 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d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e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cision-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m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aking</a:t>
            </a:r>
            <a:r>
              <a:rPr lang="en-US" sz="4463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9881" y="1298712"/>
            <a:ext cx="16968237" cy="8272016"/>
          </a:xfrm>
          <a:custGeom>
            <a:avLst/>
            <a:gdLst/>
            <a:ahLst/>
            <a:cxnLst/>
            <a:rect r="r" b="b" t="t" l="l"/>
            <a:pathLst>
              <a:path h="8272016" w="16968237">
                <a:moveTo>
                  <a:pt x="0" y="0"/>
                </a:moveTo>
                <a:lnTo>
                  <a:pt x="16968238" y="0"/>
                </a:lnTo>
                <a:lnTo>
                  <a:pt x="16968238" y="8272016"/>
                </a:lnTo>
                <a:lnTo>
                  <a:pt x="0" y="8272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44393" y="362464"/>
            <a:ext cx="3644604" cy="93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6"/>
              </a:lnSpc>
            </a:pPr>
            <a:r>
              <a:rPr lang="en-US" sz="5511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Dashboard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36793" y="9494528"/>
            <a:ext cx="8304408" cy="670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6"/>
              </a:lnSpc>
            </a:pPr>
            <a:r>
              <a:rPr lang="en-US" sz="3961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The quick overview of the sysytem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3905" y="1579635"/>
            <a:ext cx="16960191" cy="8183292"/>
          </a:xfrm>
          <a:custGeom>
            <a:avLst/>
            <a:gdLst/>
            <a:ahLst/>
            <a:cxnLst/>
            <a:rect r="r" b="b" t="t" l="l"/>
            <a:pathLst>
              <a:path h="8183292" w="16960191">
                <a:moveTo>
                  <a:pt x="0" y="0"/>
                </a:moveTo>
                <a:lnTo>
                  <a:pt x="16960190" y="0"/>
                </a:lnTo>
                <a:lnTo>
                  <a:pt x="16960190" y="8183292"/>
                </a:lnTo>
                <a:lnTo>
                  <a:pt x="0" y="8183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60242" y="508152"/>
            <a:ext cx="6785617" cy="936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6"/>
              </a:lnSpc>
            </a:pPr>
            <a:r>
              <a:rPr lang="en-US" sz="5511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View All Residents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7262" y="2218422"/>
            <a:ext cx="16593477" cy="8068578"/>
          </a:xfrm>
          <a:custGeom>
            <a:avLst/>
            <a:gdLst/>
            <a:ahLst/>
            <a:cxnLst/>
            <a:rect r="r" b="b" t="t" l="l"/>
            <a:pathLst>
              <a:path h="8068578" w="16593477">
                <a:moveTo>
                  <a:pt x="0" y="0"/>
                </a:moveTo>
                <a:lnTo>
                  <a:pt x="16593476" y="0"/>
                </a:lnTo>
                <a:lnTo>
                  <a:pt x="16593476" y="8068578"/>
                </a:lnTo>
                <a:lnTo>
                  <a:pt x="0" y="8068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14526" y="1519938"/>
            <a:ext cx="10963399" cy="65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3815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Capture Image To Resident Profile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134311" y="7227649"/>
            <a:ext cx="3364532" cy="973773"/>
            <a:chOff x="0" y="0"/>
            <a:chExt cx="1025983" cy="29694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5983" cy="296943"/>
            </a:xfrm>
            <a:custGeom>
              <a:avLst/>
              <a:gdLst/>
              <a:ahLst/>
              <a:cxnLst/>
              <a:rect r="r" b="b" t="t" l="l"/>
              <a:pathLst>
                <a:path h="296943" w="1025983">
                  <a:moveTo>
                    <a:pt x="0" y="0"/>
                  </a:moveTo>
                  <a:lnTo>
                    <a:pt x="1025983" y="0"/>
                  </a:lnTo>
                  <a:lnTo>
                    <a:pt x="1025983" y="296943"/>
                  </a:lnTo>
                  <a:lnTo>
                    <a:pt x="0" y="296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25983" cy="335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656416" y="153779"/>
            <a:ext cx="13111594" cy="123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09"/>
              </a:lnSpc>
            </a:pPr>
            <a:r>
              <a:rPr lang="en-US" sz="7220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ONESYS UNIQUE FEATURES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60705" y="626101"/>
            <a:ext cx="8452415" cy="9034797"/>
            <a:chOff x="0" y="0"/>
            <a:chExt cx="11269886" cy="120463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69886" cy="12046396"/>
            </a:xfrm>
            <a:custGeom>
              <a:avLst/>
              <a:gdLst/>
              <a:ahLst/>
              <a:cxnLst/>
              <a:rect r="r" b="b" t="t" l="l"/>
              <a:pathLst>
                <a:path h="12046396" w="11269886">
                  <a:moveTo>
                    <a:pt x="0" y="0"/>
                  </a:moveTo>
                  <a:lnTo>
                    <a:pt x="11269886" y="0"/>
                  </a:lnTo>
                  <a:lnTo>
                    <a:pt x="11269886" y="12046396"/>
                  </a:lnTo>
                  <a:lnTo>
                    <a:pt x="0" y="12046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2303793" y="2808583"/>
              <a:ext cx="6815896" cy="5056441"/>
              <a:chOff x="0" y="0"/>
              <a:chExt cx="788634" cy="5850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788634" cy="585056"/>
              </a:xfrm>
              <a:custGeom>
                <a:avLst/>
                <a:gdLst/>
                <a:ahLst/>
                <a:cxnLst/>
                <a:rect r="r" b="b" t="t" l="l"/>
                <a:pathLst>
                  <a:path h="585056" w="788634">
                    <a:moveTo>
                      <a:pt x="14943" y="0"/>
                    </a:moveTo>
                    <a:lnTo>
                      <a:pt x="773691" y="0"/>
                    </a:lnTo>
                    <a:cubicBezTo>
                      <a:pt x="781944" y="0"/>
                      <a:pt x="788634" y="6690"/>
                      <a:pt x="788634" y="14943"/>
                    </a:cubicBezTo>
                    <a:lnTo>
                      <a:pt x="788634" y="570113"/>
                    </a:lnTo>
                    <a:cubicBezTo>
                      <a:pt x="788634" y="574076"/>
                      <a:pt x="787060" y="577877"/>
                      <a:pt x="784258" y="580680"/>
                    </a:cubicBezTo>
                    <a:cubicBezTo>
                      <a:pt x="781455" y="583482"/>
                      <a:pt x="777655" y="585056"/>
                      <a:pt x="773691" y="585056"/>
                    </a:cubicBezTo>
                    <a:lnTo>
                      <a:pt x="14943" y="585056"/>
                    </a:lnTo>
                    <a:cubicBezTo>
                      <a:pt x="10980" y="585056"/>
                      <a:pt x="7179" y="583482"/>
                      <a:pt x="4377" y="580680"/>
                    </a:cubicBezTo>
                    <a:cubicBezTo>
                      <a:pt x="1574" y="577877"/>
                      <a:pt x="0" y="574076"/>
                      <a:pt x="0" y="570113"/>
                    </a:cubicBezTo>
                    <a:lnTo>
                      <a:pt x="0" y="14943"/>
                    </a:lnTo>
                    <a:cubicBezTo>
                      <a:pt x="0" y="10980"/>
                      <a:pt x="1574" y="7179"/>
                      <a:pt x="4377" y="4377"/>
                    </a:cubicBezTo>
                    <a:cubicBezTo>
                      <a:pt x="7179" y="1574"/>
                      <a:pt x="10980" y="0"/>
                      <a:pt x="1494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450050">
                      <a:alpha val="100000"/>
                    </a:srgbClr>
                  </a:gs>
                  <a:gs pos="100000">
                    <a:srgbClr val="E753FE">
                      <a:alpha val="100000"/>
                    </a:srgbClr>
                  </a:gs>
                </a:gsLst>
                <a:lin ang="5400000"/>
              </a:gra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788634" cy="623156"/>
              </a:xfrm>
              <a:prstGeom prst="rect">
                <a:avLst/>
              </a:prstGeom>
            </p:spPr>
            <p:txBody>
              <a:bodyPr anchor="ctr" rtlCol="false" tIns="66394" lIns="66394" bIns="66394" rIns="66394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4769534" y="4236672"/>
              <a:ext cx="1912540" cy="1912540"/>
            </a:xfrm>
            <a:custGeom>
              <a:avLst/>
              <a:gdLst/>
              <a:ahLst/>
              <a:cxnLst/>
              <a:rect r="r" b="b" t="t" l="l"/>
              <a:pathLst>
                <a:path h="1912540" w="1912540">
                  <a:moveTo>
                    <a:pt x="0" y="0"/>
                  </a:moveTo>
                  <a:lnTo>
                    <a:pt x="1912540" y="0"/>
                  </a:lnTo>
                  <a:lnTo>
                    <a:pt x="1912540" y="1912540"/>
                  </a:lnTo>
                  <a:lnTo>
                    <a:pt x="0" y="1912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41119" y="467239"/>
            <a:ext cx="6124468" cy="9421458"/>
          </a:xfrm>
          <a:custGeom>
            <a:avLst/>
            <a:gdLst/>
            <a:ahLst/>
            <a:cxnLst/>
            <a:rect r="r" b="b" t="t" l="l"/>
            <a:pathLst>
              <a:path h="9421458" w="6124468">
                <a:moveTo>
                  <a:pt x="0" y="0"/>
                </a:moveTo>
                <a:lnTo>
                  <a:pt x="6124469" y="0"/>
                </a:lnTo>
                <a:lnTo>
                  <a:pt x="6124469" y="9421459"/>
                </a:lnTo>
                <a:lnTo>
                  <a:pt x="0" y="94214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731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38821" y="6156070"/>
            <a:ext cx="6713216" cy="1723878"/>
            <a:chOff x="0" y="0"/>
            <a:chExt cx="2047132" cy="5256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47132" cy="525681"/>
            </a:xfrm>
            <a:custGeom>
              <a:avLst/>
              <a:gdLst/>
              <a:ahLst/>
              <a:cxnLst/>
              <a:rect r="r" b="b" t="t" l="l"/>
              <a:pathLst>
                <a:path h="525681" w="2047132">
                  <a:moveTo>
                    <a:pt x="0" y="0"/>
                  </a:moveTo>
                  <a:lnTo>
                    <a:pt x="2047132" y="0"/>
                  </a:lnTo>
                  <a:lnTo>
                    <a:pt x="2047132" y="525681"/>
                  </a:lnTo>
                  <a:lnTo>
                    <a:pt x="0" y="5256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47132" cy="5637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1163" y="2049592"/>
            <a:ext cx="17585674" cy="6748503"/>
          </a:xfrm>
          <a:custGeom>
            <a:avLst/>
            <a:gdLst/>
            <a:ahLst/>
            <a:cxnLst/>
            <a:rect r="r" b="b" t="t" l="l"/>
            <a:pathLst>
              <a:path h="6748503" w="17585674">
                <a:moveTo>
                  <a:pt x="0" y="0"/>
                </a:moveTo>
                <a:lnTo>
                  <a:pt x="17585674" y="0"/>
                </a:lnTo>
                <a:lnTo>
                  <a:pt x="17585674" y="6748503"/>
                </a:lnTo>
                <a:lnTo>
                  <a:pt x="0" y="67485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16130" y="4923292"/>
            <a:ext cx="1001104" cy="1001104"/>
          </a:xfrm>
          <a:custGeom>
            <a:avLst/>
            <a:gdLst/>
            <a:ahLst/>
            <a:cxnLst/>
            <a:rect r="r" b="b" t="t" l="l"/>
            <a:pathLst>
              <a:path h="1001104" w="1001104">
                <a:moveTo>
                  <a:pt x="0" y="0"/>
                </a:moveTo>
                <a:lnTo>
                  <a:pt x="1001103" y="0"/>
                </a:lnTo>
                <a:lnTo>
                  <a:pt x="1001103" y="1001103"/>
                </a:lnTo>
                <a:lnTo>
                  <a:pt x="0" y="10011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377335" y="2926815"/>
            <a:ext cx="1757140" cy="1204924"/>
            <a:chOff x="0" y="0"/>
            <a:chExt cx="535823" cy="3674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5823" cy="367430"/>
            </a:xfrm>
            <a:custGeom>
              <a:avLst/>
              <a:gdLst/>
              <a:ahLst/>
              <a:cxnLst/>
              <a:rect r="r" b="b" t="t" l="l"/>
              <a:pathLst>
                <a:path h="367430" w="535823">
                  <a:moveTo>
                    <a:pt x="0" y="0"/>
                  </a:moveTo>
                  <a:lnTo>
                    <a:pt x="535823" y="0"/>
                  </a:lnTo>
                  <a:lnTo>
                    <a:pt x="535823" y="367430"/>
                  </a:lnTo>
                  <a:lnTo>
                    <a:pt x="0" y="3674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33350" cap="sq">
              <a:solidFill>
                <a:srgbClr val="FF313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35823" cy="405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27559" y="467239"/>
            <a:ext cx="11050366" cy="12405777"/>
          </a:xfrm>
          <a:custGeom>
            <a:avLst/>
            <a:gdLst/>
            <a:ahLst/>
            <a:cxnLst/>
            <a:rect r="r" b="b" t="t" l="l"/>
            <a:pathLst>
              <a:path h="12405777" w="11050366">
                <a:moveTo>
                  <a:pt x="0" y="0"/>
                </a:moveTo>
                <a:lnTo>
                  <a:pt x="11050366" y="0"/>
                </a:lnTo>
                <a:lnTo>
                  <a:pt x="11050366" y="12405778"/>
                </a:lnTo>
                <a:lnTo>
                  <a:pt x="0" y="12405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71972" y="1432200"/>
            <a:ext cx="17759175" cy="8568802"/>
          </a:xfrm>
          <a:custGeom>
            <a:avLst/>
            <a:gdLst/>
            <a:ahLst/>
            <a:cxnLst/>
            <a:rect r="r" b="b" t="t" l="l"/>
            <a:pathLst>
              <a:path h="8568802" w="17759175">
                <a:moveTo>
                  <a:pt x="0" y="0"/>
                </a:moveTo>
                <a:lnTo>
                  <a:pt x="17759175" y="0"/>
                </a:lnTo>
                <a:lnTo>
                  <a:pt x="17759175" y="8568802"/>
                </a:lnTo>
                <a:lnTo>
                  <a:pt x="0" y="85688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22503" y="495952"/>
            <a:ext cx="3669716" cy="93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6"/>
              </a:lnSpc>
            </a:pPr>
            <a:r>
              <a:rPr lang="en-US" sz="5511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Household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9336" y="1432200"/>
            <a:ext cx="17791945" cy="8562374"/>
          </a:xfrm>
          <a:custGeom>
            <a:avLst/>
            <a:gdLst/>
            <a:ahLst/>
            <a:cxnLst/>
            <a:rect r="r" b="b" t="t" l="l"/>
            <a:pathLst>
              <a:path h="8562374" w="17791945">
                <a:moveTo>
                  <a:pt x="0" y="0"/>
                </a:moveTo>
                <a:lnTo>
                  <a:pt x="17791945" y="0"/>
                </a:lnTo>
                <a:lnTo>
                  <a:pt x="17791945" y="8562373"/>
                </a:lnTo>
                <a:lnTo>
                  <a:pt x="0" y="85623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22503" y="495952"/>
            <a:ext cx="5707819" cy="93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6"/>
              </a:lnSpc>
            </a:pPr>
            <a:r>
              <a:rPr lang="en-US" sz="5511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View Household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2147" y="1621628"/>
            <a:ext cx="17643706" cy="8535143"/>
          </a:xfrm>
          <a:custGeom>
            <a:avLst/>
            <a:gdLst/>
            <a:ahLst/>
            <a:cxnLst/>
            <a:rect r="r" b="b" t="t" l="l"/>
            <a:pathLst>
              <a:path h="8535143" w="17643706">
                <a:moveTo>
                  <a:pt x="0" y="0"/>
                </a:moveTo>
                <a:lnTo>
                  <a:pt x="17643706" y="0"/>
                </a:lnTo>
                <a:lnTo>
                  <a:pt x="17643706" y="8535143"/>
                </a:lnTo>
                <a:lnTo>
                  <a:pt x="0" y="85351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22503" y="495952"/>
            <a:ext cx="5707819" cy="93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6"/>
              </a:lnSpc>
            </a:pPr>
            <a:r>
              <a:rPr lang="en-US" sz="5511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Certificates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4768" y="1556129"/>
            <a:ext cx="17378464" cy="8363386"/>
          </a:xfrm>
          <a:custGeom>
            <a:avLst/>
            <a:gdLst/>
            <a:ahLst/>
            <a:cxnLst/>
            <a:rect r="r" b="b" t="t" l="l"/>
            <a:pathLst>
              <a:path h="8363386" w="17378464">
                <a:moveTo>
                  <a:pt x="0" y="0"/>
                </a:moveTo>
                <a:lnTo>
                  <a:pt x="17378464" y="0"/>
                </a:lnTo>
                <a:lnTo>
                  <a:pt x="17378464" y="8363386"/>
                </a:lnTo>
                <a:lnTo>
                  <a:pt x="0" y="8363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60869" y="517525"/>
            <a:ext cx="6469453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Certificate History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9956" y="1607126"/>
            <a:ext cx="17108088" cy="8318808"/>
          </a:xfrm>
          <a:custGeom>
            <a:avLst/>
            <a:gdLst/>
            <a:ahLst/>
            <a:cxnLst/>
            <a:rect r="r" b="b" t="t" l="l"/>
            <a:pathLst>
              <a:path h="8318808" w="17108088">
                <a:moveTo>
                  <a:pt x="0" y="0"/>
                </a:moveTo>
                <a:lnTo>
                  <a:pt x="17108088" y="0"/>
                </a:lnTo>
                <a:lnTo>
                  <a:pt x="17108088" y="8318808"/>
                </a:lnTo>
                <a:lnTo>
                  <a:pt x="0" y="83188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7817" y="517525"/>
            <a:ext cx="8472124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Analytics for Certificates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1931" y="1600063"/>
            <a:ext cx="17280899" cy="8424438"/>
          </a:xfrm>
          <a:custGeom>
            <a:avLst/>
            <a:gdLst/>
            <a:ahLst/>
            <a:cxnLst/>
            <a:rect r="r" b="b" t="t" l="l"/>
            <a:pathLst>
              <a:path h="8424438" w="17280899">
                <a:moveTo>
                  <a:pt x="0" y="0"/>
                </a:moveTo>
                <a:lnTo>
                  <a:pt x="17280899" y="0"/>
                </a:lnTo>
                <a:lnTo>
                  <a:pt x="17280899" y="8424438"/>
                </a:lnTo>
                <a:lnTo>
                  <a:pt x="0" y="84244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12068" y="574429"/>
            <a:ext cx="7721122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Analytics for Resident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52320" y="1501529"/>
            <a:ext cx="13983361" cy="8582288"/>
          </a:xfrm>
          <a:custGeom>
            <a:avLst/>
            <a:gdLst/>
            <a:ahLst/>
            <a:cxnLst/>
            <a:rect r="r" b="b" t="t" l="l"/>
            <a:pathLst>
              <a:path h="8582288" w="13983361">
                <a:moveTo>
                  <a:pt x="0" y="0"/>
                </a:moveTo>
                <a:lnTo>
                  <a:pt x="13983360" y="0"/>
                </a:lnTo>
                <a:lnTo>
                  <a:pt x="13983360" y="8582288"/>
                </a:lnTo>
                <a:lnTo>
                  <a:pt x="0" y="8582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12068" y="574429"/>
            <a:ext cx="7721122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Analytics for Resident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36785" y="1492532"/>
            <a:ext cx="15922515" cy="139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09"/>
              </a:lnSpc>
            </a:pPr>
            <a:r>
              <a:rPr lang="en-US" sz="8149" b="true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PLANS TO DO FOR ONESYS V3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9509" y="3730673"/>
            <a:ext cx="14582215" cy="5527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370700" indent="-685350" lvl="1">
              <a:lnSpc>
                <a:spcPts val="8888"/>
              </a:lnSpc>
              <a:buFont typeface="Arial"/>
              <a:buChar char="•"/>
            </a:pPr>
            <a:r>
              <a:rPr lang="en-US" sz="6348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Blotter Report</a:t>
            </a:r>
          </a:p>
          <a:p>
            <a:pPr algn="just" marL="1370700" indent="-685350" lvl="1">
              <a:lnSpc>
                <a:spcPts val="8888"/>
              </a:lnSpc>
              <a:buFont typeface="Arial"/>
              <a:buChar char="•"/>
            </a:pPr>
            <a:r>
              <a:rPr lang="en-US" sz="6348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Barangay Permit Clerance</a:t>
            </a:r>
          </a:p>
          <a:p>
            <a:pPr algn="just" marL="1370700" indent="-685350" lvl="1">
              <a:lnSpc>
                <a:spcPts val="8888"/>
              </a:lnSpc>
              <a:buFont typeface="Arial"/>
              <a:buChar char="•"/>
            </a:pPr>
            <a:r>
              <a:rPr lang="en-US" sz="6348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Payment’s Transaction</a:t>
            </a:r>
          </a:p>
          <a:p>
            <a:pPr algn="just" marL="1370700" indent="-685350" lvl="1">
              <a:lnSpc>
                <a:spcPts val="8888"/>
              </a:lnSpc>
              <a:buFont typeface="Arial"/>
              <a:buChar char="•"/>
            </a:pPr>
            <a:r>
              <a:rPr lang="en-US" sz="6348">
                <a:solidFill>
                  <a:srgbClr val="002B58"/>
                </a:solidFill>
                <a:latin typeface="Monda"/>
                <a:ea typeface="Monda"/>
                <a:cs typeface="Monda"/>
                <a:sym typeface="Monda"/>
              </a:rPr>
              <a:t>Automated tracking of total daily revenue.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7" r="0" b="-77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90631" y="-3420266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46086" y="6399494"/>
            <a:ext cx="5568589" cy="7775011"/>
          </a:xfrm>
          <a:custGeom>
            <a:avLst/>
            <a:gdLst/>
            <a:ahLst/>
            <a:cxnLst/>
            <a:rect r="r" b="b" t="t" l="l"/>
            <a:pathLst>
              <a:path h="7775011" w="5568589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0630322" y="5461047"/>
            <a:ext cx="9295205" cy="5948931"/>
          </a:xfrm>
          <a:custGeom>
            <a:avLst/>
            <a:gdLst/>
            <a:ahLst/>
            <a:cxnLst/>
            <a:rect r="r" b="b" t="t" l="l"/>
            <a:pathLst>
              <a:path h="5948931" w="9295205">
                <a:moveTo>
                  <a:pt x="9295206" y="0"/>
                </a:moveTo>
                <a:lnTo>
                  <a:pt x="0" y="0"/>
                </a:lnTo>
                <a:lnTo>
                  <a:pt x="0" y="5948931"/>
                </a:lnTo>
                <a:lnTo>
                  <a:pt x="9295206" y="5948931"/>
                </a:lnTo>
                <a:lnTo>
                  <a:pt x="9295206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983369" y="-519832"/>
            <a:ext cx="8848956" cy="5663332"/>
          </a:xfrm>
          <a:custGeom>
            <a:avLst/>
            <a:gdLst/>
            <a:ahLst/>
            <a:cxnLst/>
            <a:rect r="r" b="b" t="t" l="l"/>
            <a:pathLst>
              <a:path h="5663332" w="8848956">
                <a:moveTo>
                  <a:pt x="0" y="5663332"/>
                </a:moveTo>
                <a:lnTo>
                  <a:pt x="8848957" y="5663332"/>
                </a:lnTo>
                <a:lnTo>
                  <a:pt x="8848957" y="0"/>
                </a:lnTo>
                <a:lnTo>
                  <a:pt x="0" y="0"/>
                </a:lnTo>
                <a:lnTo>
                  <a:pt x="0" y="566333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3480" y="4136923"/>
            <a:ext cx="12801040" cy="181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b="true" sz="10634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Q AND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DAGwUX-0lXw</dc:identifier>
  <dcterms:modified xsi:type="dcterms:W3CDTF">2011-08-01T06:04:30Z</dcterms:modified>
  <cp:revision>1</cp:revision>
  <dc:title>Presentation V2</dc:title>
</cp:coreProperties>
</file>